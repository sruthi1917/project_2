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40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9" d="100"/>
          <a:sy n="69" d="100"/>
        </p:scale>
        <p:origin x="56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761999"/>
            <a:ext cx="9141619" cy="5334001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9270263" y="761999"/>
            <a:ext cx="2925318" cy="5334001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69848" y="1298448"/>
            <a:ext cx="7315200" cy="3255264"/>
          </a:xfrm>
        </p:spPr>
        <p:txBody>
          <a:bodyPr anchor="b">
            <a:normAutofit/>
          </a:bodyPr>
          <a:lstStyle>
            <a:lvl1pPr algn="l">
              <a:defRPr sz="5900" spc="-100" baseline="0">
                <a:solidFill>
                  <a:srgbClr val="FFFFFF"/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15" y="4670246"/>
            <a:ext cx="7315200" cy="914400"/>
          </a:xfrm>
        </p:spPr>
        <p:txBody>
          <a:bodyPr anchor="t">
            <a:normAutofit/>
          </a:bodyPr>
          <a:lstStyle>
            <a:lvl1pPr marL="0" indent="0" algn="l">
              <a:buNone/>
              <a:defRPr sz="2200" cap="none" spc="0" baseline="0">
                <a:solidFill>
                  <a:schemeClr val="accent1">
                    <a:lumMod val="20000"/>
                    <a:lumOff val="80000"/>
                  </a:schemeClr>
                </a:solidFill>
              </a:defRPr>
            </a:lvl1pPr>
            <a:lvl2pPr marL="457200" indent="0" algn="ctr">
              <a:buNone/>
              <a:defRPr sz="2200"/>
            </a:lvl2pPr>
            <a:lvl3pPr marL="914400" indent="0" algn="ctr">
              <a:buNone/>
              <a:defRPr sz="22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en-US" smtClean="0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12/19/2025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12/19/2025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867912" y="1298448"/>
            <a:ext cx="7315200" cy="3255264"/>
          </a:xfrm>
        </p:spPr>
        <p:txBody>
          <a:bodyPr anchor="b">
            <a:normAutofit/>
          </a:bodyPr>
          <a:lstStyle>
            <a:lvl1pPr>
              <a:defRPr sz="5900" b="0" spc="-10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86200" y="4672584"/>
            <a:ext cx="7315200" cy="914400"/>
          </a:xfrm>
        </p:spPr>
        <p:txBody>
          <a:bodyPr anchor="t">
            <a:normAutofit/>
          </a:bodyPr>
          <a:lstStyle>
            <a:lvl1pPr marL="0" indent="0">
              <a:buNone/>
              <a:defRPr sz="2200" cap="none" spc="0" baseline="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12/19/2025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867912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8120" y="868680"/>
            <a:ext cx="347472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12/19/2025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7912" y="1023586"/>
            <a:ext cx="3474720" cy="807720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867912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818463" y="1023586"/>
            <a:ext cx="3474720" cy="813171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000" b="1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818463" y="1930936"/>
            <a:ext cx="3474720" cy="402336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12/19/2025</a:t>
            </a:fld>
            <a:endParaRPr lang="en-US" dirty="0"/>
          </a:p>
        </p:txBody>
      </p:sp>
      <p:sp>
        <p:nvSpPr>
          <p:cNvPr id="11" name="Footer Placeholder 10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2" name="Slide Number Placeholder 1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12/19/2025</a:t>
            </a:fld>
            <a:endParaRPr lang="en-US" dirty="0"/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12/19/2025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 baseline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7912" y="868680"/>
            <a:ext cx="7315200" cy="5120640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4176"/>
            <a:ext cx="2834640" cy="2321990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12/19/2025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032" y="1143000"/>
            <a:ext cx="2834640" cy="237744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570644" y="767419"/>
            <a:ext cx="8115230" cy="5330952"/>
          </a:xfrm>
          <a:solidFill>
            <a:schemeClr val="bg1">
              <a:lumMod val="75000"/>
            </a:schemeClr>
          </a:solidFill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 smtClean="0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6032" y="3493008"/>
            <a:ext cx="2834640" cy="2322576"/>
          </a:xfrm>
        </p:spPr>
        <p:txBody>
          <a:bodyPr anchor="t">
            <a:normAutofit/>
          </a:bodyPr>
          <a:lstStyle>
            <a:lvl1pPr marL="0" indent="0">
              <a:lnSpc>
                <a:spcPct val="100000"/>
              </a:lnSpc>
              <a:buNone/>
              <a:defRPr sz="14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Edit Master text styles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12/19/2025</a:t>
            </a:fld>
            <a:endParaRPr lang="en-US" dirty="0"/>
          </a:p>
        </p:txBody>
      </p:sp>
      <p:sp>
        <p:nvSpPr>
          <p:cNvPr id="9" name="Footer Placeholder 8"/>
          <p:cNvSpPr>
            <a:spLocks noGrp="1"/>
          </p:cNvSpPr>
          <p:nvPr>
            <p:ph type="ftr" sz="quarter" idx="11"/>
          </p:nvPr>
        </p:nvSpPr>
        <p:spPr>
          <a:xfrm>
            <a:off x="3499101" y="6356350"/>
            <a:ext cx="5911517" cy="365125"/>
          </a:xfrm>
        </p:spPr>
        <p:txBody>
          <a:bodyPr/>
          <a:lstStyle/>
          <a:p>
            <a:endParaRPr lang="en-US" dirty="0"/>
          </a:p>
        </p:txBody>
      </p:sp>
      <p:sp>
        <p:nvSpPr>
          <p:cNvPr id="10" name="Slide Number Placehold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12/19/2025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81000" y="990600"/>
            <a:ext cx="2819400" cy="4953000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867912" y="868680"/>
            <a:ext cx="7315200" cy="5120640"/>
          </a:xfrm>
        </p:spPr>
        <p:txBody>
          <a:bodyPr vert="eaVert" anchor="t"/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86B75A-687E-405C-8A0B-8D00578BA2C3}" type="datetimeFigureOut">
              <a:rPr lang="en-US" dirty="0"/>
              <a:pPr/>
              <a:t>12/19/2025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758952"/>
            <a:ext cx="3443590" cy="5330952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2919" y="1123837"/>
            <a:ext cx="2947482" cy="460118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 dirty="0"/>
          </a:p>
        </p:txBody>
      </p:sp>
      <p:sp>
        <p:nvSpPr>
          <p:cNvPr id="38" name="Rectangle 37"/>
          <p:cNvSpPr/>
          <p:nvPr/>
        </p:nvSpPr>
        <p:spPr>
          <a:xfrm>
            <a:off x="11815864" y="758952"/>
            <a:ext cx="384048" cy="5330952"/>
          </a:xfrm>
          <a:prstGeom prst="rect">
            <a:avLst/>
          </a:prstGeom>
          <a:solidFill>
            <a:srgbClr val="C8C8C8">
              <a:alpha val="4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869268" y="864108"/>
            <a:ext cx="7315200" cy="512064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n-US" smtClean="0"/>
              <a:t>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62465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fld id="{5586B75A-687E-405C-8A0B-8D00578BA2C3}" type="datetimeFigureOut">
              <a:rPr lang="en-US" dirty="0"/>
              <a:pPr/>
              <a:t>12/19/2025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869268" y="6356350"/>
            <a:ext cx="591151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634135" y="6356350"/>
            <a:ext cx="153092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="1">
                <a:solidFill>
                  <a:schemeClr val="accent1"/>
                </a:solidFill>
              </a:defRPr>
            </a:lvl1pPr>
          </a:lstStyle>
          <a:p>
            <a:fld id="{4FAB73BC-B049-4115-A692-8D63A059BFB8}" type="slidenum">
              <a:rPr lang="en-US" dirty="0"/>
              <a:pPr/>
              <a:t>‹#›</a:t>
            </a:fld>
            <a:endParaRPr lang="en-US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spc="-60" baseline="0">
          <a:solidFill>
            <a:srgbClr val="FFFFFF"/>
          </a:solidFill>
          <a:latin typeface="+mj-lt"/>
          <a:ea typeface="+mj-ea"/>
          <a:cs typeface="+mj-cs"/>
        </a:defRPr>
      </a:lvl1pPr>
    </p:titleStyle>
    <p:bodyStyle>
      <a:lvl1pPr marL="182880" indent="-182880" algn="l" defTabSz="914400" rtl="0" eaLnBrk="1" latinLnBrk="0" hangingPunct="1">
        <a:lnSpc>
          <a:spcPct val="90000"/>
        </a:lnSpc>
        <a:spcBef>
          <a:spcPts val="1200"/>
        </a:spcBef>
        <a:buClr>
          <a:schemeClr val="accent1"/>
        </a:buClr>
        <a:buFont typeface="Wingdings 2" pitchFamily="18" charset="2"/>
        <a:buChar char=""/>
        <a:defRPr sz="20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1pPr>
      <a:lvl2pPr marL="6858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8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2pPr>
      <a:lvl3pPr marL="11430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6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3pPr>
      <a:lvl4pPr marL="16002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4pPr>
      <a:lvl5pPr marL="2057400" indent="-18288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250"/>
        </a:spcBef>
        <a:spcAft>
          <a:spcPts val="250"/>
        </a:spcAft>
        <a:buClr>
          <a:schemeClr val="accent1"/>
        </a:buClr>
        <a:buFont typeface="Wingdings 2" pitchFamily="18" charset="2"/>
        <a:buChar char=""/>
        <a:defRPr sz="1400" kern="1200">
          <a:solidFill>
            <a:schemeClr val="tx1">
              <a:lumMod val="65000"/>
              <a:lumOff val="3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sz="4800" b="1" dirty="0">
                <a:latin typeface="Rockwell" panose="02060603020205020403" pitchFamily="18" charset="0"/>
              </a:rPr>
              <a:t>Full Stack Development with MERN</a:t>
            </a:r>
            <a:endParaRPr lang="en-US" sz="4800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2400" b="1" dirty="0" smtClean="0">
                <a:latin typeface="Rockwell" panose="02060603020205020403" pitchFamily="18" charset="0"/>
              </a:rPr>
              <a:t>Book World </a:t>
            </a:r>
            <a:r>
              <a:rPr lang="en-US" sz="2400" dirty="0" smtClean="0">
                <a:latin typeface="Rockwell" panose="02060603020205020403" pitchFamily="18" charset="0"/>
              </a:rPr>
              <a:t>– </a:t>
            </a:r>
            <a:r>
              <a:rPr lang="en-US" sz="2400" dirty="0">
                <a:latin typeface="Rockwell" panose="02060603020205020403" pitchFamily="18" charset="0"/>
              </a:rPr>
              <a:t>MERN Full Stack </a:t>
            </a:r>
            <a:r>
              <a:rPr lang="en-US" sz="2400" dirty="0" smtClean="0">
                <a:latin typeface="Rockwell" panose="02060603020205020403" pitchFamily="18" charset="0"/>
              </a:rPr>
              <a:t>Book Store</a:t>
            </a:r>
            <a:endParaRPr lang="en-US" sz="2400" dirty="0">
              <a:latin typeface="Rockwell" panose="020606030202050204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330963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Rockwell" panose="02060603020205020403" pitchFamily="18" charset="0"/>
              </a:rPr>
              <a:t>Introduction: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9268" y="864108"/>
            <a:ext cx="7823968" cy="5120640"/>
          </a:xfrm>
        </p:spPr>
        <p:txBody>
          <a:bodyPr/>
          <a:lstStyle/>
          <a:p>
            <a:pPr>
              <a:lnSpc>
                <a:spcPct val="150000"/>
              </a:lnSpc>
            </a:pPr>
            <a:r>
              <a:rPr lang="en-US" dirty="0">
                <a:latin typeface="Rockwell" panose="02060603020205020403" pitchFamily="18" charset="0"/>
              </a:rPr>
              <a:t>Project Title 	   </a:t>
            </a:r>
            <a:r>
              <a:rPr lang="en-US" dirty="0" smtClean="0">
                <a:latin typeface="Rockwell" panose="02060603020205020403" pitchFamily="18" charset="0"/>
              </a:rPr>
              <a:t>:	Book World - </a:t>
            </a:r>
            <a:r>
              <a:rPr lang="en-US" dirty="0">
                <a:latin typeface="Rockwell" panose="02060603020205020403" pitchFamily="18" charset="0"/>
              </a:rPr>
              <a:t>MERN Full Stack </a:t>
            </a:r>
            <a:r>
              <a:rPr lang="en-US" dirty="0" smtClean="0">
                <a:latin typeface="Rockwell" panose="02060603020205020403" pitchFamily="18" charset="0"/>
              </a:rPr>
              <a:t>Book Store </a:t>
            </a:r>
            <a:endParaRPr lang="en-US" dirty="0">
              <a:latin typeface="Rockwell" panose="02060603020205020403" pitchFamily="18" charset="0"/>
            </a:endParaRPr>
          </a:p>
          <a:p>
            <a:pPr>
              <a:lnSpc>
                <a:spcPct val="150000"/>
              </a:lnSpc>
            </a:pPr>
            <a:r>
              <a:rPr lang="en-US" dirty="0">
                <a:latin typeface="Rockwell" panose="02060603020205020403" pitchFamily="18" charset="0"/>
              </a:rPr>
              <a:t>Team </a:t>
            </a:r>
            <a:r>
              <a:rPr lang="en-US" dirty="0" smtClean="0">
                <a:latin typeface="Rockwell" panose="02060603020205020403" pitchFamily="18" charset="0"/>
              </a:rPr>
              <a:t>Members:	Sruthi </a:t>
            </a:r>
            <a:r>
              <a:rPr lang="en-US" dirty="0">
                <a:latin typeface="Rockwell" panose="02060603020205020403" pitchFamily="18" charset="0"/>
              </a:rPr>
              <a:t>S </a:t>
            </a:r>
            <a:endParaRPr lang="en-US" dirty="0">
              <a:latin typeface="Rockwell" panose="02060603020205020403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920125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Rockwell" panose="02060603020205020403" pitchFamily="18" charset="0"/>
              </a:rPr>
              <a:t>Project </a:t>
            </a:r>
            <a:r>
              <a:rPr lang="en-US" dirty="0" smtClean="0">
                <a:latin typeface="Rockwell" panose="02060603020205020403" pitchFamily="18" charset="0"/>
              </a:rPr>
              <a:t>  Overview</a:t>
            </a:r>
            <a:r>
              <a:rPr lang="en-US" dirty="0">
                <a:latin typeface="Rockwell" panose="02060603020205020403" pitchFamily="18" charset="0"/>
              </a:rPr>
              <a:t>: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65236" y="849745"/>
            <a:ext cx="7619232" cy="5708073"/>
          </a:xfrm>
        </p:spPr>
        <p:txBody>
          <a:bodyPr>
            <a:normAutofit fontScale="40000" lnSpcReduction="20000"/>
          </a:bodyPr>
          <a:lstStyle/>
          <a:p>
            <a:pPr algn="just">
              <a:lnSpc>
                <a:spcPct val="160000"/>
              </a:lnSpc>
            </a:pPr>
            <a:endParaRPr lang="en-US" sz="2800" b="1" dirty="0" smtClean="0">
              <a:latin typeface="Rockwell" panose="02060603020205020403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60000"/>
              </a:lnSpc>
            </a:pPr>
            <a:r>
              <a:rPr lang="en-US" sz="5000" b="1" dirty="0" smtClean="0">
                <a:latin typeface="Rockwell" panose="02060603020205020403" pitchFamily="18" charset="0"/>
                <a:cs typeface="Times New Roman" panose="02020603050405020304" pitchFamily="18" charset="0"/>
              </a:rPr>
              <a:t>Purpose:</a:t>
            </a:r>
          </a:p>
          <a:p>
            <a:pPr marL="0" indent="0" algn="just">
              <a:lnSpc>
                <a:spcPct val="160000"/>
              </a:lnSpc>
              <a:buNone/>
            </a:pPr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main objective of this project is to develop a </a:t>
            </a: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full-stack online book store</a:t>
            </a:r>
            <a:r>
              <a:rPr lang="en-US" sz="4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that allows users to explore books, manage their cart, and place orders through a secure and user-friendly platform. The application aims to provide a smooth shopping experience for customers and easy management features for administrators</a:t>
            </a:r>
            <a:r>
              <a:rPr lang="en-US" sz="40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2900" b="1" dirty="0" smtClean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60000"/>
              </a:lnSpc>
            </a:pPr>
            <a:r>
              <a:rPr lang="en-US" sz="5000" b="1" dirty="0" smtClean="0">
                <a:latin typeface="Rockwell" panose="02060603020205020403" pitchFamily="18" charset="0"/>
                <a:cs typeface="Times New Roman" panose="02020603050405020304" pitchFamily="18" charset="0"/>
              </a:rPr>
              <a:t>Features:</a:t>
            </a:r>
          </a:p>
          <a:p>
            <a:pPr marL="0" lvl="0" indent="0" eaLnBrk="0" fontAlgn="base" hangingPunct="0">
              <a:lnSpc>
                <a:spcPct val="17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4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User registration and login</a:t>
            </a:r>
          </a:p>
          <a:p>
            <a:pPr marL="0" lvl="0" indent="0" eaLnBrk="0" fontAlgn="base" hangingPunct="0">
              <a:lnSpc>
                <a:spcPct val="17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4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Browse books by category</a:t>
            </a:r>
          </a:p>
          <a:p>
            <a:pPr marL="0" lvl="0" indent="0" eaLnBrk="0" fontAlgn="base" hangingPunct="0">
              <a:lnSpc>
                <a:spcPct val="17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4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Add books to cart</a:t>
            </a:r>
          </a:p>
          <a:p>
            <a:pPr marL="0" lvl="0" indent="0" eaLnBrk="0" fontAlgn="base" hangingPunct="0">
              <a:lnSpc>
                <a:spcPct val="17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4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Place and view orders</a:t>
            </a:r>
          </a:p>
          <a:p>
            <a:pPr marL="0" lvl="0" indent="0" eaLnBrk="0" fontAlgn="base" hangingPunct="0">
              <a:lnSpc>
                <a:spcPct val="17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4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Secure authentication</a:t>
            </a:r>
          </a:p>
          <a:p>
            <a:pPr marL="0" lvl="0" indent="0" eaLnBrk="0" fontAlgn="base" hangingPunct="0">
              <a:lnSpc>
                <a:spcPct val="170000"/>
              </a:lnSpc>
              <a:spcBef>
                <a:spcPct val="0"/>
              </a:spcBef>
              <a:spcAft>
                <a:spcPct val="0"/>
              </a:spcAft>
              <a:buClrTx/>
              <a:buFontTx/>
              <a:buChar char="•"/>
            </a:pPr>
            <a:r>
              <a:rPr lang="en-US" altLang="en-US" sz="40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Admin management for books and users</a:t>
            </a:r>
          </a:p>
          <a:p>
            <a:pPr marL="0" indent="0" algn="just">
              <a:lnSpc>
                <a:spcPct val="170000"/>
              </a:lnSpc>
              <a:buNone/>
            </a:pPr>
            <a:endParaRPr lang="en-US" sz="3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lnSpc>
                <a:spcPct val="160000"/>
              </a:lnSpc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052753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Rockwell" panose="02060603020205020403" pitchFamily="18" charset="0"/>
                <a:cs typeface="Times New Roman" panose="02020603050405020304" pitchFamily="18" charset="0"/>
              </a:rPr>
              <a:t>Architecture</a:t>
            </a:r>
            <a:r>
              <a:rPr lang="en-US" dirty="0">
                <a:latin typeface="Rockwell" panose="02060603020205020403" pitchFamily="18" charset="0"/>
              </a:rPr>
              <a:t> :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69268" y="240146"/>
            <a:ext cx="7315200" cy="5975928"/>
          </a:xfrm>
        </p:spPr>
        <p:txBody>
          <a:bodyPr/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</a:t>
            </a:r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rontend:</a:t>
            </a:r>
          </a:p>
          <a:p>
            <a:pPr marL="0" indent="0">
              <a:buNone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frontend is created using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React.js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with a component-based structure. It ensures reusability, fast rendering, and smooth navigation using React Router. State management is handled efficiently to manage cart and user data.</a:t>
            </a:r>
          </a:p>
          <a:p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Backend:</a:t>
            </a:r>
          </a:p>
          <a:p>
            <a:pPr marL="0" indent="0">
              <a:buNone/>
            </a:pP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The 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backend is built using 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Node.js and Express.js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It follows a RESTful architecture to manage requests related to users, books, cart, and orders. Middleware is used for authentication, error handling, and request validation</a:t>
            </a:r>
            <a:r>
              <a:rPr lang="en-US" sz="1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r>
              <a:rPr lang="en-US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Database:</a:t>
            </a:r>
          </a:p>
          <a:p>
            <a:pPr marL="0" indent="0">
              <a:buNone/>
            </a:pPr>
            <a:r>
              <a:rPr lang="en-US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sz="1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MongoDB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used as the database to store user details, book information, cart items, and order records. Collections are designed to support scalability and efficient querying.</a:t>
            </a:r>
          </a:p>
        </p:txBody>
      </p:sp>
    </p:spTree>
    <p:extLst>
      <p:ext uri="{BB962C8B-B14F-4D97-AF65-F5344CB8AC3E}">
        <p14:creationId xmlns:p14="http://schemas.microsoft.com/office/powerpoint/2010/main" val="2226678245"/>
      </p:ext>
    </p:extLst>
  </p:cSld>
  <p:clrMapOvr>
    <a:masterClrMapping/>
  </p:clrMapOvr>
</p:sld>
</file>

<file path=ppt/theme/theme1.xml><?xml version="1.0" encoding="utf-8"?>
<a:theme xmlns:a="http://schemas.openxmlformats.org/drawingml/2006/main" name="Frame">
  <a:themeElements>
    <a:clrScheme name="Frame">
      <a:dk1>
        <a:srgbClr val="000000"/>
      </a:dk1>
      <a:lt1>
        <a:srgbClr val="FFFFFF"/>
      </a:lt1>
      <a:dk2>
        <a:srgbClr val="545454"/>
      </a:dk2>
      <a:lt2>
        <a:srgbClr val="BFBFBF"/>
      </a:lt2>
      <a:accent1>
        <a:srgbClr val="40BAD2"/>
      </a:accent1>
      <a:accent2>
        <a:srgbClr val="FAB900"/>
      </a:accent2>
      <a:accent3>
        <a:srgbClr val="90BB23"/>
      </a:accent3>
      <a:accent4>
        <a:srgbClr val="EE7008"/>
      </a:accent4>
      <a:accent5>
        <a:srgbClr val="1AB39F"/>
      </a:accent5>
      <a:accent6>
        <a:srgbClr val="D5393D"/>
      </a:accent6>
      <a:hlink>
        <a:srgbClr val="90BB23"/>
      </a:hlink>
      <a:folHlink>
        <a:srgbClr val="EE7008"/>
      </a:folHlink>
    </a:clrScheme>
    <a:fontScheme name="Frame">
      <a:maj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orbel" panose="020B0503020204020204"/>
        <a:ea typeface=""/>
        <a:cs typeface=""/>
        <a:font script="Jpan" typeface="ＭＳ ゴシック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Verdana"/>
        <a:font script="Uigh" typeface="Microsoft Uighur"/>
        <a:font script="Geor" typeface="Sylfaen"/>
      </a:minorFont>
    </a:fontScheme>
    <a:fmtScheme name="Frame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20000"/>
                <a:lumMod val="102000"/>
              </a:schemeClr>
            </a:gs>
            <a:gs pos="48000">
              <a:schemeClr val="phClr">
                <a:tint val="98000"/>
                <a:shade val="90000"/>
                <a:satMod val="110000"/>
                <a:lumMod val="103000"/>
              </a:schemeClr>
            </a:gs>
            <a:gs pos="100000">
              <a:schemeClr val="phClr">
                <a:tint val="98000"/>
                <a:shade val="80000"/>
                <a:satMod val="10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rame" id="{F226E7A2-7162-461C-9490-D27D9DC04E43}" vid="{629A0216-3BBD-45C0-B63F-2683BEA18F60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TM03457475[[fn=Frame]]</Template>
  <TotalTime>20</TotalTime>
  <Words>105</Words>
  <Application>Microsoft Office PowerPoint</Application>
  <PresentationFormat>Widescreen</PresentationFormat>
  <Paragraphs>23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0" baseType="lpstr">
      <vt:lpstr>Arial</vt:lpstr>
      <vt:lpstr>Corbel</vt:lpstr>
      <vt:lpstr>Rockwell</vt:lpstr>
      <vt:lpstr>Times New Roman</vt:lpstr>
      <vt:lpstr>Wingdings 2</vt:lpstr>
      <vt:lpstr>Frame</vt:lpstr>
      <vt:lpstr>Full Stack Development with MERN</vt:lpstr>
      <vt:lpstr>Introduction:</vt:lpstr>
      <vt:lpstr>Project   Overview:</vt:lpstr>
      <vt:lpstr>Architecture :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Full Stack Development with MERN</dc:title>
  <dc:creator>Admin</dc:creator>
  <cp:lastModifiedBy>Admin</cp:lastModifiedBy>
  <cp:revision>2</cp:revision>
  <dcterms:created xsi:type="dcterms:W3CDTF">2025-12-19T12:15:47Z</dcterms:created>
  <dcterms:modified xsi:type="dcterms:W3CDTF">2025-12-19T12:36:10Z</dcterms:modified>
</cp:coreProperties>
</file>