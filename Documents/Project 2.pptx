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56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12/19/2025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12/19/2025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12/19/2025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12/19/2025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12/19/2025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12/19/2025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12/19/2025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12/19/2025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12/19/2025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12/19/2025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12/19/2025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586B75A-687E-405C-8A0B-8D00578BA2C3}" type="datetimeFigureOut">
              <a:rPr lang="en-US" dirty="0"/>
              <a:pPr/>
              <a:t>12/19/2025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latin typeface="Rockwell" panose="02060603020205020403" pitchFamily="18" charset="0"/>
              </a:rPr>
              <a:t>Full Stack Development with MERN</a:t>
            </a:r>
            <a:endParaRPr lang="en-US" sz="4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400" b="1" dirty="0" smtClean="0">
                <a:latin typeface="Rockwell" panose="02060603020205020403" pitchFamily="18" charset="0"/>
              </a:rPr>
              <a:t>Book World </a:t>
            </a:r>
            <a:r>
              <a:rPr lang="en-US" sz="2400" dirty="0" smtClean="0">
                <a:latin typeface="Rockwell" panose="02060603020205020403" pitchFamily="18" charset="0"/>
              </a:rPr>
              <a:t>– </a:t>
            </a:r>
            <a:r>
              <a:rPr lang="en-US" sz="2400" dirty="0">
                <a:latin typeface="Rockwell" panose="02060603020205020403" pitchFamily="18" charset="0"/>
              </a:rPr>
              <a:t>MERN Full Stack </a:t>
            </a:r>
            <a:r>
              <a:rPr lang="en-US" sz="2400" dirty="0" smtClean="0">
                <a:latin typeface="Rockwell" panose="02060603020205020403" pitchFamily="18" charset="0"/>
              </a:rPr>
              <a:t>Book Store</a:t>
            </a:r>
            <a:endParaRPr lang="en-US" sz="2400" dirty="0">
              <a:latin typeface="Rockwell" panose="020606030202050204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30963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Rockwell" panose="02060603020205020403" pitchFamily="18" charset="0"/>
              </a:rPr>
              <a:t>Introduction: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9268" y="864108"/>
            <a:ext cx="7823968" cy="512064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>
                <a:latin typeface="Rockwell" panose="02060603020205020403" pitchFamily="18" charset="0"/>
              </a:rPr>
              <a:t>Project Title 	   </a:t>
            </a:r>
            <a:r>
              <a:rPr lang="en-US" dirty="0" smtClean="0">
                <a:latin typeface="Rockwell" panose="02060603020205020403" pitchFamily="18" charset="0"/>
              </a:rPr>
              <a:t>:	Book World - </a:t>
            </a:r>
            <a:r>
              <a:rPr lang="en-US" dirty="0">
                <a:latin typeface="Rockwell" panose="02060603020205020403" pitchFamily="18" charset="0"/>
              </a:rPr>
              <a:t>MERN Full Stack </a:t>
            </a:r>
            <a:r>
              <a:rPr lang="en-US" dirty="0" smtClean="0">
                <a:latin typeface="Rockwell" panose="02060603020205020403" pitchFamily="18" charset="0"/>
              </a:rPr>
              <a:t>Book Store </a:t>
            </a:r>
            <a:endParaRPr lang="en-US" dirty="0">
              <a:latin typeface="Rockwell" panose="02060603020205020403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Rockwell" panose="02060603020205020403" pitchFamily="18" charset="0"/>
              </a:rPr>
              <a:t>Team </a:t>
            </a:r>
            <a:r>
              <a:rPr lang="en-US" dirty="0" smtClean="0">
                <a:latin typeface="Rockwell" panose="02060603020205020403" pitchFamily="18" charset="0"/>
              </a:rPr>
              <a:t>Members:	Sruthi </a:t>
            </a:r>
            <a:r>
              <a:rPr lang="en-US" dirty="0">
                <a:latin typeface="Rockwell" panose="02060603020205020403" pitchFamily="18" charset="0"/>
              </a:rPr>
              <a:t>S </a:t>
            </a:r>
          </a:p>
        </p:txBody>
      </p:sp>
    </p:spTree>
    <p:extLst>
      <p:ext uri="{BB962C8B-B14F-4D97-AF65-F5344CB8AC3E}">
        <p14:creationId xmlns:p14="http://schemas.microsoft.com/office/powerpoint/2010/main" val="40892012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Rockwell" panose="02060603020205020403" pitchFamily="18" charset="0"/>
              </a:rPr>
              <a:t>Project </a:t>
            </a:r>
            <a:r>
              <a:rPr lang="en-US" dirty="0" smtClean="0">
                <a:latin typeface="Rockwell" panose="02060603020205020403" pitchFamily="18" charset="0"/>
              </a:rPr>
              <a:t>  Overview</a:t>
            </a:r>
            <a:r>
              <a:rPr lang="en-US" dirty="0">
                <a:latin typeface="Rockwell" panose="02060603020205020403" pitchFamily="18" charset="0"/>
              </a:rPr>
              <a:t>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65236" y="-64655"/>
            <a:ext cx="7619232" cy="6622473"/>
          </a:xfrm>
        </p:spPr>
        <p:txBody>
          <a:bodyPr>
            <a:normAutofit fontScale="32500" lnSpcReduction="20000"/>
          </a:bodyPr>
          <a:lstStyle/>
          <a:p>
            <a:pPr algn="just">
              <a:lnSpc>
                <a:spcPct val="160000"/>
              </a:lnSpc>
            </a:pPr>
            <a:endParaRPr lang="en-US" sz="2800" b="1" dirty="0" smtClean="0">
              <a:latin typeface="Rockwell" panose="02060603020205020403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60000"/>
              </a:lnSpc>
            </a:pPr>
            <a:r>
              <a:rPr lang="en-US" sz="6200" b="1" dirty="0" smtClean="0">
                <a:latin typeface="Rockwell" panose="02060603020205020403" pitchFamily="18" charset="0"/>
                <a:cs typeface="Times New Roman" panose="02020603050405020304" pitchFamily="18" charset="0"/>
              </a:rPr>
              <a:t>Purpose:</a:t>
            </a:r>
          </a:p>
          <a:p>
            <a:pPr marL="0" indent="0" algn="just">
              <a:lnSpc>
                <a:spcPct val="160000"/>
              </a:lnSpc>
              <a:buNone/>
            </a:pPr>
            <a:r>
              <a:rPr lang="en-US" sz="4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objective of this project is to develop a </a:t>
            </a:r>
            <a:r>
              <a:rPr lang="en-US" sz="4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full-stack online book store</a:t>
            </a:r>
            <a:r>
              <a:rPr lang="en-US" sz="4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allows users to explore books, manage their cart, and place orders through a secure and user-friendly platform. The application aims to provide a smooth shopping experience for customers and easy management features for administrators</a:t>
            </a:r>
            <a:r>
              <a:rPr lang="en-US" sz="4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9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60000"/>
              </a:lnSpc>
            </a:pPr>
            <a:r>
              <a:rPr lang="en-US" sz="6200" b="1" dirty="0" smtClean="0">
                <a:latin typeface="Rockwell" panose="02060603020205020403" pitchFamily="18" charset="0"/>
                <a:cs typeface="Times New Roman" panose="02020603050405020304" pitchFamily="18" charset="0"/>
              </a:rPr>
              <a:t>Features:</a:t>
            </a:r>
          </a:p>
          <a:p>
            <a:pPr lvl="0" eaLnBrk="0" fontAlgn="base" hangingPunct="0">
              <a:lnSpc>
                <a:spcPct val="22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4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49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</a:t>
            </a:r>
            <a:r>
              <a:rPr lang="en-US" altLang="en-US" sz="4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registration and login</a:t>
            </a:r>
          </a:p>
          <a:p>
            <a:pPr lvl="0" eaLnBrk="0" fontAlgn="base" hangingPunct="0">
              <a:lnSpc>
                <a:spcPct val="22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49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Browse </a:t>
            </a:r>
            <a:r>
              <a:rPr lang="en-US" altLang="en-US" sz="4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books by category</a:t>
            </a:r>
          </a:p>
          <a:p>
            <a:pPr lvl="0" eaLnBrk="0" fontAlgn="base" hangingPunct="0">
              <a:lnSpc>
                <a:spcPct val="22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49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Add </a:t>
            </a:r>
            <a:r>
              <a:rPr lang="en-US" altLang="en-US" sz="4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books to cart</a:t>
            </a:r>
          </a:p>
          <a:p>
            <a:pPr lvl="0" eaLnBrk="0" fontAlgn="base" hangingPunct="0">
              <a:lnSpc>
                <a:spcPct val="22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49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Place </a:t>
            </a:r>
            <a:r>
              <a:rPr lang="en-US" altLang="en-US" sz="4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view orders</a:t>
            </a:r>
          </a:p>
          <a:p>
            <a:pPr lvl="0" eaLnBrk="0" fontAlgn="base" hangingPunct="0">
              <a:lnSpc>
                <a:spcPct val="22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49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Secure </a:t>
            </a:r>
            <a:r>
              <a:rPr lang="en-US" altLang="en-US" sz="4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</a:t>
            </a:r>
          </a:p>
          <a:p>
            <a:pPr lvl="0" eaLnBrk="0" fontAlgn="base" hangingPunct="0">
              <a:lnSpc>
                <a:spcPct val="22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49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Admin </a:t>
            </a:r>
            <a:r>
              <a:rPr lang="en-US" altLang="en-US" sz="4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management for books and users</a:t>
            </a:r>
          </a:p>
          <a:p>
            <a:pPr marL="0" indent="0" algn="just">
              <a:lnSpc>
                <a:spcPct val="170000"/>
              </a:lnSpc>
              <a:buNone/>
            </a:pPr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6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52753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Rockwell" panose="02060603020205020403" pitchFamily="18" charset="0"/>
                <a:cs typeface="Times New Roman" panose="02020603050405020304" pitchFamily="18" charset="0"/>
              </a:rPr>
              <a:t>Architecture</a:t>
            </a:r>
            <a:r>
              <a:rPr lang="en-US" dirty="0">
                <a:latin typeface="Rockwell" panose="02060603020205020403" pitchFamily="18" charset="0"/>
              </a:rPr>
              <a:t> 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9268" y="240146"/>
            <a:ext cx="7315200" cy="5975928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rontend: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frontend is created using 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React.js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with a component-based structure. It ensures reusability, fast rendering, and smooth navigation using React Router. State management is handled efficiently to manage cart and user data.</a:t>
            </a:r>
          </a:p>
          <a:p>
            <a:r>
              <a:rPr lang="en-US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 is built using 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Node.js and Express.js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It follows a RESTful architecture to manage requests related to users, books, cart, and orders. Middleware is used for authentication, error handling, and request validation</a:t>
            </a:r>
            <a:r>
              <a:rPr lang="en-US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MongoDB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used as the database to store user details, book information, cart items, and order records. Collections are designed to support scalability and efficient querying.</a:t>
            </a:r>
          </a:p>
        </p:txBody>
      </p:sp>
    </p:spTree>
    <p:extLst>
      <p:ext uri="{BB962C8B-B14F-4D97-AF65-F5344CB8AC3E}">
        <p14:creationId xmlns:p14="http://schemas.microsoft.com/office/powerpoint/2010/main" val="22266782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Setup Instructions </a:t>
            </a:r>
            <a:r>
              <a:rPr lang="en-US" dirty="0" smtClean="0"/>
              <a:t>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9268" y="-1"/>
            <a:ext cx="7315200" cy="7684656"/>
          </a:xfrm>
        </p:spPr>
        <p:txBody>
          <a:bodyPr/>
          <a:lstStyle/>
          <a:p>
            <a:r>
              <a:rPr lang="en-US" b="1" dirty="0" smtClean="0">
                <a:latin typeface="Rockwell" panose="02060603020205020403" pitchFamily="18" charset="0"/>
              </a:rPr>
              <a:t>Prerequisites: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dirty="0"/>
              <a:t>Node.js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dirty="0"/>
              <a:t>MongoDB </a:t>
            </a:r>
            <a:endParaRPr lang="en-US" sz="1800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sz="1800" dirty="0" smtClean="0"/>
              <a:t>Visual </a:t>
            </a:r>
            <a:r>
              <a:rPr lang="en-US" sz="1800" dirty="0"/>
              <a:t>Studio </a:t>
            </a:r>
            <a:r>
              <a:rPr lang="en-US" sz="1800" dirty="0" smtClean="0"/>
              <a:t>Code</a:t>
            </a:r>
            <a:endParaRPr lang="en-US" sz="18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1800" dirty="0"/>
              <a:t>Postman (for API testing</a:t>
            </a:r>
            <a:r>
              <a:rPr lang="en-US" sz="1800" dirty="0" smtClean="0"/>
              <a:t>)</a:t>
            </a:r>
          </a:p>
          <a:p>
            <a:pPr marL="0" indent="0">
              <a:buNone/>
            </a:pPr>
            <a:endParaRPr lang="en-US" sz="1800" dirty="0"/>
          </a:p>
          <a:p>
            <a:r>
              <a:rPr lang="en-US" b="1" dirty="0"/>
              <a:t>Installation </a:t>
            </a:r>
            <a:r>
              <a:rPr lang="en-US" b="1" dirty="0" smtClean="0"/>
              <a:t>Steps: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dirty="0" smtClean="0"/>
              <a:t>Navigate </a:t>
            </a:r>
            <a:r>
              <a:rPr lang="en-US" sz="1800" dirty="0"/>
              <a:t>to </a:t>
            </a:r>
            <a:r>
              <a:rPr lang="en-US" sz="1800" dirty="0" smtClean="0"/>
              <a:t>the frontend </a:t>
            </a:r>
            <a:r>
              <a:rPr lang="en-US" sz="1800" dirty="0"/>
              <a:t>folder and install dependencies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dirty="0"/>
              <a:t>Navigate to the </a:t>
            </a:r>
            <a:r>
              <a:rPr lang="en-US" sz="1800" dirty="0" smtClean="0"/>
              <a:t>backend </a:t>
            </a:r>
            <a:r>
              <a:rPr lang="en-US" sz="1800" dirty="0"/>
              <a:t>folder and install dependencies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dirty="0"/>
              <a:t>Configure environment variables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dirty="0"/>
              <a:t>Start the MongoDB service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38879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Folder </a:t>
            </a:r>
            <a:r>
              <a:rPr lang="en-US" dirty="0" smtClean="0"/>
              <a:t>Structure: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75384" y="748290"/>
            <a:ext cx="2549624" cy="5121275"/>
          </a:xfrm>
          <a:prstGeom prst="rect">
            <a:avLst/>
          </a:prstGeom>
        </p:spPr>
      </p:pic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3657600" y="997526"/>
            <a:ext cx="4627418" cy="4991793"/>
          </a:xfrm>
        </p:spPr>
        <p:txBody>
          <a:bodyPr/>
          <a:lstStyle/>
          <a:p>
            <a:r>
              <a:rPr lang="en-US" dirty="0" smtClean="0"/>
              <a:t>Frontend: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components 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Reusable UI </a:t>
            </a:r>
            <a:r>
              <a:rPr lang="en-US" altLang="en-US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components   pages 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like Home, Login, </a:t>
            </a:r>
            <a:r>
              <a:rPr lang="en-US" altLang="en-US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Cart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App.js 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Routing and </a:t>
            </a:r>
            <a:r>
              <a:rPr lang="en-US" altLang="en-US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layout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/>
              <a:t>Backend: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models – Database schemas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routes – API endpoints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controllers </a:t>
            </a:r>
            <a:r>
              <a:rPr lang="en-US" altLang="en-US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–Logics</a:t>
            </a:r>
            <a:endParaRPr lang="en-US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middleware – Authentication &amp; error handling</a:t>
            </a:r>
          </a:p>
        </p:txBody>
      </p:sp>
    </p:spTree>
    <p:extLst>
      <p:ext uri="{BB962C8B-B14F-4D97-AF65-F5344CB8AC3E}">
        <p14:creationId xmlns:p14="http://schemas.microsoft.com/office/powerpoint/2010/main" val="15957900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Running the </a:t>
            </a:r>
            <a:r>
              <a:rPr lang="en-US" dirty="0" smtClean="0"/>
              <a:t>Application:</a:t>
            </a:r>
            <a:endParaRPr lang="en-US" dirty="0"/>
          </a:p>
        </p:txBody>
      </p:sp>
      <p:pic>
        <p:nvPicPr>
          <p:cNvPr id="16" name="Content Placeholder 15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3867149" y="818147"/>
            <a:ext cx="7817919" cy="2968737"/>
          </a:xfrm>
          <a:prstGeom prst="rect">
            <a:avLst/>
          </a:prstGeom>
        </p:spPr>
      </p:pic>
      <p:sp>
        <p:nvSpPr>
          <p:cNvPr id="17" name="Content Placeholder 16"/>
          <p:cNvSpPr>
            <a:spLocks noGrp="1"/>
          </p:cNvSpPr>
          <p:nvPr>
            <p:ph sz="half" idx="2"/>
          </p:nvPr>
        </p:nvSpPr>
        <p:spPr>
          <a:xfrm>
            <a:off x="3975234" y="3878981"/>
            <a:ext cx="7317606" cy="2733575"/>
          </a:xfrm>
        </p:spPr>
        <p:txBody>
          <a:bodyPr>
            <a:normAutofit/>
          </a:bodyPr>
          <a:lstStyle/>
          <a:p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cd code_/Frontend</a:t>
            </a:r>
          </a:p>
          <a:p>
            <a:pPr marL="960120" lvl="2" indent="0">
              <a:buNone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npm run dev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</a:p>
          <a:p>
            <a:pPr marL="960120" lvl="2" indent="0">
              <a:buNone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cd code_/Backend</a:t>
            </a:r>
          </a:p>
          <a:p>
            <a:pPr marL="960120" lvl="2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odemon server.js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16890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API </a:t>
            </a:r>
            <a:r>
              <a:rPr lang="en-US" sz="3200" dirty="0" smtClean="0"/>
              <a:t>Documentation</a:t>
            </a:r>
            <a:endParaRPr lang="en-US" sz="3200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49435639"/>
              </p:ext>
            </p:extLst>
          </p:nvPr>
        </p:nvGraphicFramePr>
        <p:xfrm>
          <a:off x="3868738" y="1616036"/>
          <a:ext cx="7315200" cy="22857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3753016668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3646865296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4089085152"/>
                    </a:ext>
                  </a:extLst>
                </a:gridCol>
              </a:tblGrid>
              <a:tr h="337243">
                <a:tc>
                  <a:txBody>
                    <a:bodyPr/>
                    <a:lstStyle/>
                    <a:p>
                      <a:r>
                        <a:rPr lang="en-US" dirty="0"/>
                        <a:t>Method</a:t>
                      </a:r>
                    </a:p>
                  </a:txBody>
                  <a:tcPr marL="192488" marR="192488"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Endpoint</a:t>
                      </a:r>
                    </a:p>
                  </a:txBody>
                  <a:tcPr marL="192488" marR="192488"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Description</a:t>
                      </a:r>
                    </a:p>
                  </a:txBody>
                  <a:tcPr marL="192488" marR="192488" anchor="ctr"/>
                </a:tc>
                <a:extLst>
                  <a:ext uri="{0D108BD9-81ED-4DB2-BD59-A6C34878D82A}">
                    <a16:rowId xmlns:a16="http://schemas.microsoft.com/office/drawing/2014/main" val="1937095818"/>
                  </a:ext>
                </a:extLst>
              </a:tr>
              <a:tr h="337243">
                <a:tc>
                  <a:txBody>
                    <a:bodyPr/>
                    <a:lstStyle/>
                    <a:p>
                      <a:r>
                        <a:rPr lang="en-US"/>
                        <a:t>POST</a:t>
                      </a:r>
                    </a:p>
                  </a:txBody>
                  <a:tcPr marL="192488" marR="192488"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/api/users/register</a:t>
                      </a:r>
                    </a:p>
                  </a:txBody>
                  <a:tcPr marL="192488" marR="192488"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Register new user</a:t>
                      </a:r>
                    </a:p>
                  </a:txBody>
                  <a:tcPr marL="192488" marR="192488" anchor="ctr"/>
                </a:tc>
                <a:extLst>
                  <a:ext uri="{0D108BD9-81ED-4DB2-BD59-A6C34878D82A}">
                    <a16:rowId xmlns:a16="http://schemas.microsoft.com/office/drawing/2014/main" val="359177915"/>
                  </a:ext>
                </a:extLst>
              </a:tr>
              <a:tr h="337243">
                <a:tc>
                  <a:txBody>
                    <a:bodyPr/>
                    <a:lstStyle/>
                    <a:p>
                      <a:r>
                        <a:rPr lang="en-US"/>
                        <a:t>POST</a:t>
                      </a:r>
                    </a:p>
                  </a:txBody>
                  <a:tcPr marL="192488" marR="192488"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/api/users/login</a:t>
                      </a:r>
                    </a:p>
                  </a:txBody>
                  <a:tcPr marL="192488" marR="192488"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Login user</a:t>
                      </a:r>
                    </a:p>
                  </a:txBody>
                  <a:tcPr marL="192488" marR="192488" anchor="ctr"/>
                </a:tc>
                <a:extLst>
                  <a:ext uri="{0D108BD9-81ED-4DB2-BD59-A6C34878D82A}">
                    <a16:rowId xmlns:a16="http://schemas.microsoft.com/office/drawing/2014/main" val="3044401767"/>
                  </a:ext>
                </a:extLst>
              </a:tr>
              <a:tr h="337243">
                <a:tc>
                  <a:txBody>
                    <a:bodyPr/>
                    <a:lstStyle/>
                    <a:p>
                      <a:r>
                        <a:rPr lang="en-US"/>
                        <a:t>GET</a:t>
                      </a:r>
                    </a:p>
                  </a:txBody>
                  <a:tcPr marL="192488" marR="192488"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/api/books</a:t>
                      </a:r>
                    </a:p>
                  </a:txBody>
                  <a:tcPr marL="192488" marR="192488"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Fetch all books</a:t>
                      </a:r>
                    </a:p>
                  </a:txBody>
                  <a:tcPr marL="192488" marR="192488" anchor="ctr"/>
                </a:tc>
                <a:extLst>
                  <a:ext uri="{0D108BD9-81ED-4DB2-BD59-A6C34878D82A}">
                    <a16:rowId xmlns:a16="http://schemas.microsoft.com/office/drawing/2014/main" val="1972843650"/>
                  </a:ext>
                </a:extLst>
              </a:tr>
              <a:tr h="337243">
                <a:tc>
                  <a:txBody>
                    <a:bodyPr/>
                    <a:lstStyle/>
                    <a:p>
                      <a:r>
                        <a:rPr lang="en-US"/>
                        <a:t>POST</a:t>
                      </a:r>
                    </a:p>
                  </a:txBody>
                  <a:tcPr marL="192488" marR="192488"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/api/cart</a:t>
                      </a:r>
                    </a:p>
                  </a:txBody>
                  <a:tcPr marL="192488" marR="192488"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Add item to cart</a:t>
                      </a:r>
                    </a:p>
                  </a:txBody>
                  <a:tcPr marL="192488" marR="192488" anchor="ctr"/>
                </a:tc>
                <a:extLst>
                  <a:ext uri="{0D108BD9-81ED-4DB2-BD59-A6C34878D82A}">
                    <a16:rowId xmlns:a16="http://schemas.microsoft.com/office/drawing/2014/main" val="1328769889"/>
                  </a:ext>
                </a:extLst>
              </a:tr>
              <a:tr h="456947">
                <a:tc>
                  <a:txBody>
                    <a:bodyPr/>
                    <a:lstStyle/>
                    <a:p>
                      <a:r>
                        <a:rPr lang="en-US"/>
                        <a:t>POST</a:t>
                      </a:r>
                    </a:p>
                  </a:txBody>
                  <a:tcPr marL="192488" marR="192488"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/api/orders</a:t>
                      </a:r>
                    </a:p>
                  </a:txBody>
                  <a:tcPr marL="192488" marR="192488"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Place order</a:t>
                      </a:r>
                    </a:p>
                  </a:txBody>
                  <a:tcPr marL="192488" marR="192488" anchor="ctr"/>
                </a:tc>
                <a:extLst>
                  <a:ext uri="{0D108BD9-81ED-4DB2-BD59-A6C34878D82A}">
                    <a16:rowId xmlns:a16="http://schemas.microsoft.com/office/drawing/2014/main" val="28174992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62534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Authentication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 is implemented using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JWT (JSON Web Tokens)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After login, a token is generated and used to access protected routes. Role-based authorization ensures that only administrators can access admin-level features. Passwords are securely encrypted before storing in the database.</a:t>
            </a:r>
          </a:p>
        </p:txBody>
      </p:sp>
    </p:spTree>
    <p:extLst>
      <p:ext uri="{BB962C8B-B14F-4D97-AF65-F5344CB8AC3E}">
        <p14:creationId xmlns:p14="http://schemas.microsoft.com/office/powerpoint/2010/main" val="33045819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Interface 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user interface is designed using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a clean and responsive layout. The application includes pages such as home, book listing, cart, login, and order summary. The UI adapts well to both desktop and mobile screens.</a:t>
            </a:r>
          </a:p>
        </p:txBody>
      </p:sp>
      <p:pic>
        <p:nvPicPr>
          <p:cNvPr id="12" name="Content Placeholder 11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583055" y="1376218"/>
            <a:ext cx="4202545" cy="3537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6087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Testing: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The backend APIs are tested using </a:t>
            </a:r>
            <a:r>
              <a:rPr lang="en-US" b="1" dirty="0"/>
              <a:t>Postman</a:t>
            </a:r>
            <a:r>
              <a:rPr lang="en-US" dirty="0"/>
              <a:t>, while frontend functionality is tested manually through the browser. Different scenarios such as login validation, cart operations, and order placement are verified to ensure reliability.</a:t>
            </a:r>
          </a:p>
        </p:txBody>
      </p:sp>
    </p:spTree>
    <p:extLst>
      <p:ext uri="{BB962C8B-B14F-4D97-AF65-F5344CB8AC3E}">
        <p14:creationId xmlns:p14="http://schemas.microsoft.com/office/powerpoint/2010/main" val="7432860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Screenshots or </a:t>
            </a:r>
            <a:r>
              <a:rPr lang="en-US" dirty="0" smtClean="0"/>
              <a:t>Demo:</a:t>
            </a:r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3644539" y="332510"/>
            <a:ext cx="7447396" cy="2743200"/>
          </a:xfrm>
          <a:prstGeom prst="rect">
            <a:avLst/>
          </a:prstGeom>
        </p:spPr>
      </p:pic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3966874" y="3537528"/>
            <a:ext cx="7015162" cy="3057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5518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028" y="1123836"/>
            <a:ext cx="2947482" cy="4601183"/>
          </a:xfrm>
        </p:spPr>
        <p:txBody>
          <a:bodyPr/>
          <a:lstStyle/>
          <a:p>
            <a:r>
              <a:rPr lang="en-US" dirty="0" smtClean="0"/>
              <a:t>Known Issues: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Online payment feature not implemented</a:t>
            </a:r>
          </a:p>
          <a:p>
            <a:r>
              <a:rPr lang="en-US" dirty="0"/>
              <a:t>Email notifications not available</a:t>
            </a:r>
          </a:p>
          <a:p>
            <a:r>
              <a:rPr lang="en-US" dirty="0"/>
              <a:t>Limited admin </a:t>
            </a:r>
            <a:r>
              <a:rPr lang="en-US" dirty="0" smtClean="0"/>
              <a:t>analytics</a:t>
            </a:r>
          </a:p>
          <a:p>
            <a:r>
              <a:rPr lang="en-US" dirty="0"/>
              <a:t>Pagination for admin dashboard can be improved</a:t>
            </a:r>
          </a:p>
        </p:txBody>
      </p:sp>
    </p:spTree>
    <p:extLst>
      <p:ext uri="{BB962C8B-B14F-4D97-AF65-F5344CB8AC3E}">
        <p14:creationId xmlns:p14="http://schemas.microsoft.com/office/powerpoint/2010/main" val="20857080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Enhancements 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3869268" y="1578507"/>
            <a:ext cx="4355680" cy="36918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Integration of online payment gateway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Order tracking system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Wish list feature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Book reviews and ratings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Admin sales dashboard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Email and notification support</a:t>
            </a:r>
          </a:p>
        </p:txBody>
      </p:sp>
    </p:spTree>
    <p:extLst>
      <p:ext uri="{BB962C8B-B14F-4D97-AF65-F5344CB8AC3E}">
        <p14:creationId xmlns:p14="http://schemas.microsoft.com/office/powerpoint/2010/main" val="280876597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TM03457475[[fn=Frame]]</Template>
  <TotalTime>98</TotalTime>
  <Words>416</Words>
  <Application>Microsoft Office PowerPoint</Application>
  <PresentationFormat>Widescreen</PresentationFormat>
  <Paragraphs>90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Corbel</vt:lpstr>
      <vt:lpstr>Rockwell</vt:lpstr>
      <vt:lpstr>Times New Roman</vt:lpstr>
      <vt:lpstr>Wingdings</vt:lpstr>
      <vt:lpstr>Wingdings 2</vt:lpstr>
      <vt:lpstr>Frame</vt:lpstr>
      <vt:lpstr>Full Stack Development with MERN</vt:lpstr>
      <vt:lpstr>Introduction:</vt:lpstr>
      <vt:lpstr>Project   Overview:</vt:lpstr>
      <vt:lpstr>Architecture :</vt:lpstr>
      <vt:lpstr>Setup Instructions :</vt:lpstr>
      <vt:lpstr>Folder Structure:</vt:lpstr>
      <vt:lpstr>Running the Application:</vt:lpstr>
      <vt:lpstr>API Documentation</vt:lpstr>
      <vt:lpstr>Authentication</vt:lpstr>
      <vt:lpstr>User Interface </vt:lpstr>
      <vt:lpstr>Testing:</vt:lpstr>
      <vt:lpstr>Screenshots or Demo:</vt:lpstr>
      <vt:lpstr>Known Issues:</vt:lpstr>
      <vt:lpstr>Future Enhancements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Full Stack Development with MERN</dc:title>
  <dc:creator>Admin</dc:creator>
  <cp:lastModifiedBy>Admin</cp:lastModifiedBy>
  <cp:revision>10</cp:revision>
  <dcterms:created xsi:type="dcterms:W3CDTF">2025-12-19T12:15:47Z</dcterms:created>
  <dcterms:modified xsi:type="dcterms:W3CDTF">2025-12-19T13:57:50Z</dcterms:modified>
</cp:coreProperties>
</file>